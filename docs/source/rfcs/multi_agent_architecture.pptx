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svg" ContentType="image/svg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.sv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.svg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3.svg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4.svg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5.sv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